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7" Type="http://schemas.openxmlformats.org/officeDocument/2006/relationships/viewProps" Target="viewProps.xml" /><Relationship Id="rId26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9" Type="http://schemas.openxmlformats.org/officeDocument/2006/relationships/tableStyles" Target="tableStyles.xml" /><Relationship Id="rId28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数智输电智能体平台设想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面向数智输电的智能体平台原型说明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广东省电力设计院（输电板块）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数智输电智能体平台设想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面向数智输电的智能体平台原型说明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内容</a:t>
            </a:r>
          </a:p>
          <a:p>
            <a:pPr lvl="0"/>
            <a:r>
              <a:rPr/>
              <a:t>本次介绍的重点，不是一个已经完工的产品，而是一个面向供应商的目标平台样机</a:t>
            </a:r>
          </a:p>
          <a:p>
            <a:pPr lvl="0"/>
            <a:r>
              <a:rPr/>
              <a:t>目的，是让供应商理解我们希望建设怎样的智能体平台、承载哪些能力、面向哪些业务场景</a:t>
            </a:r>
          </a:p>
          <a:p>
            <a:pPr lvl="0"/>
            <a:r>
              <a:rPr/>
              <a:t>汇报聚焦 </a:t>
            </a:r>
            <a:r>
              <a:rPr>
                <a:latin typeface="Courier"/>
              </a:rPr>
              <a:t>Platform</a:t>
            </a:r>
            <a:r>
              <a:rPr/>
              <a:t> 主线，暂不展开 </a:t>
            </a:r>
            <a:r>
              <a:rPr>
                <a:latin typeface="Courier"/>
              </a:rPr>
              <a:t>KnowHub</a:t>
            </a:r>
            <a:r>
              <a:rPr/>
              <a:t> 知识域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呈现形式</a:t>
            </a:r>
          </a:p>
          <a:p>
            <a:pPr lvl="0"/>
            <a:r>
              <a:rPr/>
              <a:t>封面页</a:t>
            </a:r>
          </a:p>
          <a:p>
            <a:pPr lvl="0"/>
            <a:r>
              <a:rPr/>
              <a:t>背景大图可用“输电线路 + 平台界面拼图”</a:t>
            </a:r>
          </a:p>
          <a:p>
            <a:pPr lvl="0"/>
            <a:r>
              <a:rPr/>
              <a:t>右下角放一句话定位: 用于供应商理解的平台目标原型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为什么现在要重新看智能体平台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从“做一个 AI 应用”走向“建设一个企业级智能体平台”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内容</a:t>
            </a:r>
          </a:p>
          <a:p>
            <a:pPr lvl="0"/>
            <a:r>
              <a:rPr/>
              <a:t>过去两年，行业内主流智能体平台大多围绕知识库、流程编排、应用搭建展开</a:t>
            </a:r>
          </a:p>
          <a:p>
            <a:pPr lvl="0"/>
            <a:r>
              <a:rPr/>
              <a:t>这些平台解决了“把大模型接进业务”的第一步问题，但还不完全等于企业真正需要的生产平台</a:t>
            </a:r>
          </a:p>
          <a:p>
            <a:pPr lvl="0"/>
            <a:r>
              <a:rPr/>
              <a:t>对输电设计场景来说，我们更关心专业能力调用、老系统复用、面向业务人员、结果交付，而不只是问答，同时还希望减低定制智能体的门槛，工作流的配置方式对非技术人员有一定门槛</a:t>
            </a:r>
          </a:p>
          <a:p>
            <a:pPr lvl="0"/>
            <a:r>
              <a:rPr/>
              <a:t>因此，我们需要一个能组织能力、连接系统、承载业务任务、使用门槛低的智能体平台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呈现形式</a:t>
            </a:r>
          </a:p>
          <a:p>
            <a:pPr lvl="0"/>
            <a:r>
              <a:rPr/>
              <a:t>一页背景判断页</a:t>
            </a:r>
          </a:p>
          <a:p>
            <a:pPr lvl="0"/>
            <a:r>
              <a:rPr/>
              <a:t>左侧写行业变化，右侧写输电业务诉求</a:t>
            </a:r>
          </a:p>
          <a:p>
            <a:pPr lvl="0"/>
            <a:r>
              <a:rPr/>
              <a:t>中间用一句过渡语: 重点已经从“复杂配置”转向“连接 + 易用”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主流智能体平台的共性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知识库 + 流程编排，是当前最常见的产品形态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内容</a:t>
            </a:r>
          </a:p>
          <a:p>
            <a:pPr lvl="0"/>
            <a:r>
              <a:rPr/>
              <a:t>第一类核心能力是知识库: 导入文档、切片、向量化、检索增强、问答引用</a:t>
            </a:r>
          </a:p>
          <a:p>
            <a:pPr lvl="0"/>
            <a:r>
              <a:rPr/>
              <a:t>第二类核心能力是流程编排: 用可视化节点把提示词、模型、工具、判断、代码引入、输出串起来</a:t>
            </a:r>
          </a:p>
          <a:p>
            <a:pPr lvl="0"/>
            <a:r>
              <a:rPr/>
              <a:t>在这个范式下，平台价值主要体现在“知识问答更准” + “流程自动化更方便”</a:t>
            </a:r>
          </a:p>
          <a:p>
            <a:pPr lvl="0"/>
            <a:r>
              <a:rPr/>
              <a:t>这类能力非常重要，但更适合解决标准化、可预定义的任务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呈现形式</a:t>
            </a:r>
          </a:p>
          <a:p>
            <a:pPr lvl="0"/>
            <a:r>
              <a:rPr/>
              <a:t>两栏对照图</a:t>
            </a:r>
          </a:p>
          <a:p>
            <a:pPr lvl="0"/>
            <a:r>
              <a:rPr/>
              <a:t>左栏“知识库”，右栏“流程编排”</a:t>
            </a:r>
          </a:p>
          <a:p>
            <a:pPr lvl="0"/>
            <a:r>
              <a:rPr/>
              <a:t>每栏下方列出 3 到 4 个典型能力点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传统平台的价值与不足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流程化思维很强，但任务化执行还不够强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内容</a:t>
            </a:r>
          </a:p>
          <a:p>
            <a:pPr lvl="0"/>
            <a:r>
              <a:rPr/>
              <a:t>优点很明确: 结构清晰、可视化程度高、易于演示、适合标准流程落地</a:t>
            </a:r>
          </a:p>
          <a:p>
            <a:pPr lvl="0"/>
            <a:r>
              <a:rPr/>
              <a:t>但它通常要求业务人员先想清楚流程，再把流程画出来</a:t>
            </a:r>
          </a:p>
          <a:p>
            <a:pPr lvl="0"/>
            <a:r>
              <a:rPr/>
              <a:t>一旦任务存在探索性、迭代性、上下文依赖，纯流程方式就会变重</a:t>
            </a:r>
          </a:p>
          <a:p>
            <a:pPr lvl="0"/>
            <a:r>
              <a:rPr/>
              <a:t>需要了解流程节点全要素的知识，复杂功能甚至需要一定的代码能力</a:t>
            </a:r>
          </a:p>
          <a:p>
            <a:pPr lvl="0"/>
            <a:r>
              <a:rPr/>
              <a:t>对企业来说，一个能广泛使用的智能体平台，应当让业务人员能够用自然语言拆解任务，而不是先深度学习平台用法</a:t>
            </a:r>
          </a:p>
          <a:p>
            <a:pPr lvl="0"/>
            <a:r>
              <a:rPr/>
              <a:t>这就要求平台不仅能编排流程，而且流程编排可以通过自然语言转换，甚至支持更灵活的助手式执行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呈现形式</a:t>
            </a:r>
          </a:p>
          <a:p>
            <a:pPr lvl="0"/>
            <a:r>
              <a:rPr/>
              <a:t>左右对比</a:t>
            </a:r>
          </a:p>
          <a:p>
            <a:pPr lvl="0"/>
            <a:r>
              <a:rPr/>
              <a:t>左边“传统平台优势”，右边“传统平台边界”</a:t>
            </a:r>
          </a:p>
          <a:p>
            <a:pPr lvl="0"/>
            <a:r>
              <a:rPr/>
              <a:t>中间放一句判断: 无需学习也能定义任务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2026 年的新变量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以 OpenClaw 为代表，智能体平台开始出现新的产品范式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内容</a:t>
            </a:r>
          </a:p>
          <a:p>
            <a:pPr lvl="0"/>
            <a:r>
              <a:rPr/>
              <a:t>新一代 AI 助手强调的，不再只是工作流，而是持续运行、任务执行、跨通道交互、能力扩展、技能封装</a:t>
            </a:r>
          </a:p>
          <a:p>
            <a:pPr lvl="0"/>
            <a:r>
              <a:rPr/>
              <a:t>用户不一定先画流程，而是直接提出目标，由助手组织工具、技能和上下文去编制流程、封装技能，甚至直接完成任务</a:t>
            </a:r>
          </a:p>
          <a:p>
            <a:pPr lvl="0"/>
            <a:r>
              <a:rPr/>
              <a:t>平台的重点从“静态编排器”转向“工具连接器”“自然语言翻译器”“自动编排器”“动态执行器”</a:t>
            </a:r>
          </a:p>
          <a:p>
            <a:pPr lvl="0"/>
            <a:r>
              <a:rPr/>
              <a:t>这类范式对企业平台的启发非常大，尤其适合复杂、半结构化、跨系统任务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呈现形式</a:t>
            </a:r>
          </a:p>
          <a:p>
            <a:pPr lvl="0"/>
            <a:r>
              <a:rPr/>
              <a:t>趋势页</a:t>
            </a:r>
          </a:p>
          <a:p>
            <a:pPr lvl="0"/>
            <a:r>
              <a:rPr/>
              <a:t>标题下放一句大字: 从 Flow First，走向 Assistant First</a:t>
            </a:r>
          </a:p>
          <a:p>
            <a:pPr lvl="0"/>
            <a:r>
              <a:rPr/>
              <a:t>下方列 5 个关键词: 能力扩展、自动编排、持续运行、任务执行、记忆上下文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OpenClaw 给我们的启发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平台应该支持通过对话直接组织任务，而不是只依赖手工画流程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内容</a:t>
            </a:r>
          </a:p>
          <a:p>
            <a:pPr lvl="0"/>
            <a:r>
              <a:rPr/>
              <a:t>第一，企业内部已有系统功能和算法能力在服务化后，应注册进平台，成为可调用能力</a:t>
            </a:r>
          </a:p>
          <a:p>
            <a:pPr lvl="0"/>
            <a:r>
              <a:rPr/>
              <a:t>第二，很多任务可以加载 </a:t>
            </a:r>
            <a:r>
              <a:rPr>
                <a:latin typeface="Courier"/>
              </a:rPr>
              <a:t>Skill</a:t>
            </a:r>
            <a:r>
              <a:rPr/>
              <a:t> 直接完成，不一定都要先拆成显式流程</a:t>
            </a:r>
          </a:p>
          <a:p>
            <a:pPr lvl="0"/>
            <a:r>
              <a:rPr/>
              <a:t>第三，平台应允许助手按任务需要组合工具、服务、技能，而不是只沿固定链路执行</a:t>
            </a:r>
          </a:p>
          <a:p>
            <a:pPr lvl="0"/>
            <a:r>
              <a:rPr/>
              <a:t>第四，用户提出目标后，平台应能辅助生成流程，而不是要求从空白画布开始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呈现形式</a:t>
            </a:r>
          </a:p>
          <a:p>
            <a:pPr lvl="0"/>
            <a:r>
              <a:rPr/>
              <a:t>四象限启发图</a:t>
            </a:r>
          </a:p>
          <a:p>
            <a:pPr lvl="0"/>
            <a:r>
              <a:rPr/>
              <a:t>每个象限放一个关键词: 服务与工具注册 / Skill 加载 / 动态组合 / 自动生成流程图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Demo 总体结构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输电智能体平台应该从“知识与流程平台”升级为“对话工作台 + 能力中心 + 工作流”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内容</a:t>
            </a:r>
          </a:p>
          <a:p>
            <a:pPr lvl="0"/>
            <a:r>
              <a:rPr/>
              <a:t>工作台负责承接用户任务，是统一交互入口</a:t>
            </a:r>
          </a:p>
          <a:p>
            <a:pPr lvl="0"/>
            <a:r>
              <a:rPr/>
              <a:t>能力中心负责沉淀可复用能力，包括工具、服务、技能三大模块</a:t>
            </a:r>
          </a:p>
          <a:p>
            <a:pPr lvl="0"/>
            <a:r>
              <a:rPr/>
              <a:t>工作流继续保留，承接稳定、标准、可复用的传统流程化任务</a:t>
            </a:r>
          </a:p>
          <a:p>
            <a:pPr lvl="0"/>
            <a:r>
              <a:rPr/>
              <a:t>老系统、算法服务、专业程序，应统一服务化注册，供工作流和技能共同调用</a:t>
            </a:r>
          </a:p>
          <a:p>
            <a:pPr lvl="0"/>
            <a:r>
              <a:rPr/>
              <a:t>这就是我们这套原型的基本判断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呈现形式</a:t>
            </a:r>
          </a:p>
          <a:p>
            <a:pPr lvl="0"/>
            <a:r>
              <a:rPr/>
              <a:t>一张三层架构图</a:t>
            </a:r>
          </a:p>
          <a:p>
            <a:pPr lvl="0"/>
            <a:r>
              <a:rPr/>
              <a:t>顶层“工作台”，中层“能力中心”，底层“企业服务与系统”</a:t>
            </a:r>
          </a:p>
          <a:p>
            <a:pPr lvl="0"/>
            <a:r>
              <a:rPr/>
              <a:t>右侧单独挂出“工作流”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工作台是统一对话入口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所有任务都先从工作台进入，再按需要调用能力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内容</a:t>
            </a:r>
          </a:p>
          <a:p>
            <a:pPr lvl="0"/>
            <a:r>
              <a:rPr/>
              <a:t>工作台不是单纯聊天框，而是用户发起任务的统一入口</a:t>
            </a:r>
          </a:p>
          <a:p>
            <a:pPr lvl="0"/>
            <a:r>
              <a:rPr/>
              <a:t>用户可以在这里提出问题、下达任务、查看结果、继续追问</a:t>
            </a:r>
          </a:p>
          <a:p>
            <a:pPr lvl="0"/>
            <a:r>
              <a:rPr/>
              <a:t>工作台向下可以调用工具、服务、技能，也可以触发工作流</a:t>
            </a:r>
          </a:p>
          <a:p>
            <a:pPr lvl="0"/>
            <a:r>
              <a:rPr/>
              <a:t>对供应商来说，这意味着平台交互不应被拆散，而应统一在一个任务入口之下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呈现形式</a:t>
            </a:r>
          </a:p>
          <a:p>
            <a:pPr lvl="0"/>
            <a:r>
              <a:rPr/>
              <a:t>一张主界面示意图</a:t>
            </a:r>
          </a:p>
          <a:p>
            <a:pPr lvl="0"/>
            <a:r>
              <a:rPr/>
              <a:t>中间是会话区，左右可放“会话侧栏”和“配置抽屉”</a:t>
            </a:r>
          </a:p>
          <a:p>
            <a:pPr lvl="0"/>
            <a:r>
              <a:rPr/>
              <a:t>下方用箭头连到工具、服务、技能、工作流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工作台不是聊天窗，而是任务调度台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从问答入口，升级为能力调用与任务执行入口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内容</a:t>
            </a:r>
          </a:p>
          <a:p>
            <a:pPr lvl="0"/>
            <a:r>
              <a:rPr/>
              <a:t>用户在工作台里，不只是在问问题，而是在发起任务</a:t>
            </a:r>
          </a:p>
          <a:p>
            <a:pPr lvl="0"/>
            <a:r>
              <a:rPr/>
              <a:t>平台需要根据任务目标，决定是直接回复、调用工具、调用服务、执行技能，还是进入工作流</a:t>
            </a:r>
          </a:p>
          <a:p>
            <a:pPr lvl="0"/>
            <a:r>
              <a:rPr/>
              <a:t>同一个工作台，应支持不同模式切换，例如问答、搜索、执行、结果查看</a:t>
            </a:r>
          </a:p>
          <a:p>
            <a:pPr lvl="0"/>
            <a:r>
              <a:rPr/>
              <a:t>这使工作台成为平台级入口，而不是某个单点应用页面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呈现形式</a:t>
            </a:r>
          </a:p>
          <a:p>
            <a:pPr lvl="0"/>
            <a:r>
              <a:rPr/>
              <a:t>一条任务路径图</a:t>
            </a:r>
          </a:p>
          <a:p>
            <a:pPr lvl="0"/>
            <a:r>
              <a:rPr/>
              <a:t>路径顺序: 用户目标 -&gt; 工作台判断 -&gt; 调用能力 -&gt; 返回结果</a:t>
            </a:r>
          </a:p>
          <a:p>
            <a:pPr lvl="0"/>
            <a:r>
              <a:rPr/>
              <a:t>每个阶段配一个简短说明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能力中心是平台的核心资产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平台能力应分层沉淀，而不是散落在单个应用里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内容</a:t>
            </a:r>
          </a:p>
          <a:p>
            <a:pPr lvl="0"/>
            <a:r>
              <a:rPr/>
              <a:t>我们把能力中心拆成三类: 工具、服务、技能</a:t>
            </a:r>
          </a:p>
          <a:p>
            <a:pPr lvl="0"/>
            <a:r>
              <a:rPr/>
              <a:t>工具偏通用原子能力，解决单一步骤问题</a:t>
            </a:r>
          </a:p>
          <a:p>
            <a:pPr lvl="0"/>
            <a:r>
              <a:rPr/>
              <a:t>服务偏业务系统或专业算法能力，解决专业计算和专业处理问题</a:t>
            </a:r>
          </a:p>
          <a:p>
            <a:pPr lvl="0"/>
            <a:r>
              <a:rPr/>
              <a:t>技能偏任务级能力，能够围绕目标自动组合多个步骤完成事情</a:t>
            </a:r>
          </a:p>
          <a:p>
            <a:pPr lvl="0"/>
            <a:r>
              <a:rPr/>
              <a:t>这样拆分后，能力可复用、可注册、可治理、可被不同入口调用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呈现形式</a:t>
            </a:r>
          </a:p>
          <a:p>
            <a:pPr lvl="0"/>
            <a:r>
              <a:rPr/>
              <a:t>三段式金字塔或三栏结构</a:t>
            </a:r>
          </a:p>
          <a:p>
            <a:pPr lvl="0"/>
            <a:r>
              <a:rPr/>
              <a:t>每栏分别写工具、服务、技能的定义</a:t>
            </a:r>
          </a:p>
          <a:p>
            <a:pPr lvl="0"/>
            <a:r>
              <a:rPr/>
              <a:t>下方补一句: 工作流也调用这些能力，但不是唯一入口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工具中心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沉淀通用能力，解决“单步可调用”问题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内容</a:t>
            </a:r>
          </a:p>
          <a:p>
            <a:pPr lvl="0"/>
            <a:r>
              <a:rPr/>
              <a:t>工具是平台最基础的原子能力，强调标准输入输出、快速复用</a:t>
            </a:r>
          </a:p>
          <a:p>
            <a:pPr lvl="0"/>
            <a:r>
              <a:rPr/>
              <a:t>工具举例: 搜索工具、指定站点搜索、网页爬取、法规规范检索、OCR 识别、坐标转换工具、GIS 地图读取、数据库查询等 8 个</a:t>
            </a:r>
          </a:p>
          <a:p>
            <a:pPr lvl="0"/>
            <a:r>
              <a:rPr/>
              <a:t>工具既可以被工作流调用，也可以被技能动态调用</a:t>
            </a:r>
          </a:p>
          <a:p>
            <a:pPr lvl="0"/>
            <a:r>
              <a:rPr/>
              <a:t>对供应商来说，工具中心需要支持统一注册、调用协议、权限控制、日志追踪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呈现形式</a:t>
            </a:r>
          </a:p>
          <a:p>
            <a:pPr lvl="0"/>
            <a:r>
              <a:rPr/>
              <a:t>工具卡片墙</a:t>
            </a:r>
          </a:p>
          <a:p>
            <a:pPr lvl="0"/>
            <a:r>
              <a:rPr/>
              <a:t>挑 8 个代表性工具做展示: 搜索工具、指定站点搜索、网页爬取、法规规范检索、OCR 识别、坐标转换工具、GIS 地图读取、数据库查询</a:t>
            </a:r>
          </a:p>
          <a:p>
            <a:pPr lvl="0"/>
            <a:r>
              <a:rPr/>
              <a:t>右下角加一句: 工具解决的是“让智能体具备基础能力”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服务中心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把输电专业能力和企业已有能力接入平台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内容</a:t>
            </a:r>
          </a:p>
          <a:p>
            <a:pPr lvl="0"/>
            <a:r>
              <a:rPr/>
              <a:t>服务不是普通小工具，而是更完整的专业能力单元</a:t>
            </a:r>
          </a:p>
          <a:p>
            <a:pPr lvl="0"/>
            <a:r>
              <a:rPr/>
              <a:t>例如塔头规划、载流量计算、塔重估测、智能路径规划、路径方案比较、工程报告生成等，都更适合作为服务接入</a:t>
            </a:r>
          </a:p>
          <a:p>
            <a:pPr lvl="0"/>
            <a:r>
              <a:rPr/>
              <a:t>服务的来源可以是算法程序、业务系统、计算引擎，也可以是已有平台接口</a:t>
            </a:r>
          </a:p>
          <a:p>
            <a:pPr lvl="0"/>
            <a:r>
              <a:rPr/>
              <a:t>服务中心的目标，是把专业能力从“分散在系统里”变成“统一注册到平台上”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呈现形式</a:t>
            </a:r>
          </a:p>
          <a:p>
            <a:pPr lvl="0"/>
            <a:r>
              <a:rPr/>
              <a:t>服务能力地图</a:t>
            </a:r>
          </a:p>
          <a:p>
            <a:pPr lvl="0"/>
            <a:r>
              <a:rPr/>
              <a:t>左边写“专业算法服务”，右边写“业务系统服务”</a:t>
            </a:r>
          </a:p>
          <a:p>
            <a:pPr lvl="0"/>
            <a:r>
              <a:rPr/>
              <a:t>中间列 6 个输电场景代表服务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技能中心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围绕任务目标组织能力，比流程更灵活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内容</a:t>
            </a:r>
          </a:p>
          <a:p>
            <a:pPr lvl="0"/>
            <a:r>
              <a:rPr/>
              <a:t>技能面向的是任务，不是单个步骤</a:t>
            </a:r>
          </a:p>
          <a:p>
            <a:pPr lvl="0"/>
            <a:r>
              <a:rPr/>
              <a:t>它可以围绕一个明确目标，自动组合工具、服务、知识、规则，完成较复杂任务</a:t>
            </a:r>
          </a:p>
          <a:p>
            <a:pPr lvl="0"/>
            <a:r>
              <a:rPr/>
              <a:t>例如公共数据爬取、工程数据提取、路径方案比选、通用校审、初设说明书生成，都更适合作为技能沉淀</a:t>
            </a:r>
          </a:p>
          <a:p>
            <a:pPr lvl="0"/>
            <a:r>
              <a:rPr/>
              <a:t>对用户来说，技能更接近“我想做什么”；对平台来说，技能是高复用的任务模板</a:t>
            </a:r>
          </a:p>
          <a:p>
            <a:pPr lvl="0"/>
            <a:r>
              <a:rPr/>
              <a:t>这也是我们认为未来平台比传统流程更值得加强的方向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呈现形式</a:t>
            </a:r>
          </a:p>
          <a:p>
            <a:pPr lvl="0"/>
            <a:r>
              <a:rPr/>
              <a:t>任务卡片式排版</a:t>
            </a:r>
          </a:p>
          <a:p>
            <a:pPr lvl="0"/>
            <a:r>
              <a:rPr/>
              <a:t>每张卡片展示“技能名称 + 可完成的结果”</a:t>
            </a:r>
          </a:p>
          <a:p>
            <a:pPr lvl="0"/>
            <a:r>
              <a:rPr/>
              <a:t>页脚一句话: 技能解决的是“完成一类任务”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工作流中心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工作流仍然重要，但定位回归到传统、稳定、可编排任务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内容</a:t>
            </a:r>
          </a:p>
          <a:p>
            <a:pPr lvl="0"/>
            <a:r>
              <a:rPr/>
              <a:t>我们并不否定工作流，相反，它依然是平台的重要组成部分</a:t>
            </a:r>
          </a:p>
          <a:p>
            <a:pPr lvl="0"/>
            <a:r>
              <a:rPr/>
              <a:t>只是它更适合稳定、规则明确、输入输出边界清晰的任务</a:t>
            </a:r>
          </a:p>
          <a:p>
            <a:pPr lvl="0"/>
            <a:r>
              <a:rPr/>
              <a:t>例如路径方案比选流、报告校审流、协议资料生成流，都很适合做成显式工作流</a:t>
            </a:r>
          </a:p>
          <a:p>
            <a:pPr lvl="0"/>
            <a:r>
              <a:rPr/>
              <a:t>在我们的判断里，工作流是能力调用的一种方式，不再是平台唯一中心</a:t>
            </a:r>
          </a:p>
          <a:p>
            <a:pPr lvl="0"/>
            <a:r>
              <a:rPr/>
              <a:t>未来还可以支持通过对话辅助生成流程，再以 YAML 等形式导入导出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呈现形式</a:t>
            </a:r>
          </a:p>
          <a:p>
            <a:pPr lvl="0"/>
            <a:r>
              <a:rPr/>
              <a:t>一张 Dify 的工作流示意图</a:t>
            </a:r>
          </a:p>
          <a:p>
            <a:pPr lvl="0"/>
            <a:r>
              <a:rPr/>
              <a:t>节点可展示: 开始 -&gt; LLM 分析 -&gt; 工具/服务调用 -&gt; 条件判断 -&gt; 模板输出 -&gt; 结束</a:t>
            </a:r>
          </a:p>
          <a:p>
            <a:pPr lvl="0"/>
            <a:r>
              <a:rPr/>
              <a:t>下方或上方加一句: 工作流更像“可视化 SOP”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为什么企业老系统要服务化接入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不是推倒重来，而是把存量能力接进新平台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内容</a:t>
            </a:r>
          </a:p>
          <a:p>
            <a:pPr lvl="0"/>
            <a:r>
              <a:rPr/>
              <a:t>企业内部已经有很多系统、程序、算法、脚本和数据库，真正有价值的是把它们接进来，而不是全部重做</a:t>
            </a:r>
          </a:p>
          <a:p>
            <a:pPr lvl="0"/>
            <a:r>
              <a:rPr/>
              <a:t>这些能力可以通过 API、SDK、脚本封装、RPA 代理等方式服务化注册</a:t>
            </a:r>
          </a:p>
          <a:p>
            <a:pPr lvl="0"/>
            <a:r>
              <a:rPr/>
              <a:t>一旦注册到平台，就既能被工作流调用，也能被技能和工作台调用</a:t>
            </a:r>
          </a:p>
          <a:p>
            <a:pPr lvl="0"/>
            <a:r>
              <a:rPr/>
              <a:t>这会让平台成为“能力总线”，而不是另起炉灶的新孤岛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呈现形式</a:t>
            </a:r>
          </a:p>
          <a:p>
            <a:pPr lvl="0"/>
            <a:r>
              <a:rPr/>
              <a:t>老系统接入示意图</a:t>
            </a:r>
          </a:p>
          <a:p>
            <a:pPr lvl="0"/>
            <a:r>
              <a:rPr/>
              <a:t>左边放“既有系统 / 算法 / 程序”，右边放“平台服务中心”</a:t>
            </a:r>
          </a:p>
          <a:p>
            <a:pPr lvl="0"/>
            <a:r>
              <a:rPr/>
              <a:t>中间用“封装注册”箭头连接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平台的建设需求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交付一套 2026 年的智能体平台 2.0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内容</a:t>
            </a:r>
          </a:p>
          <a:p>
            <a:pPr lvl="0"/>
            <a:r>
              <a:rPr/>
              <a:t>第一，要交付统一工作台，承接任务入口、对话入口和结果入口</a:t>
            </a:r>
          </a:p>
          <a:p>
            <a:pPr lvl="0"/>
            <a:r>
              <a:rPr/>
              <a:t>第二，要交付能力注册中心，至少支持工具、服务、技能三类能力管理</a:t>
            </a:r>
          </a:p>
          <a:p>
            <a:pPr lvl="0"/>
            <a:r>
              <a:rPr/>
              <a:t>第三，要交付工作流能力，但不能把平台设计成只剩流程编排</a:t>
            </a:r>
          </a:p>
          <a:p>
            <a:pPr lvl="0"/>
            <a:r>
              <a:rPr/>
              <a:t>第四，要支持企业系统接入、权限治理、调用审计、运行监控</a:t>
            </a:r>
          </a:p>
          <a:p>
            <a:pPr lvl="0"/>
            <a:r>
              <a:rPr/>
              <a:t>第五，要支持通过对话生成流程、通过技能直接执行任务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呈现形式</a:t>
            </a:r>
          </a:p>
          <a:p>
            <a:pPr lvl="0"/>
            <a:r>
              <a:rPr/>
              <a:t>五项建设要求列表</a:t>
            </a:r>
          </a:p>
          <a:p>
            <a:pPr lvl="0"/>
            <a:r>
              <a:rPr/>
              <a:t>每项前面配一个图标</a:t>
            </a:r>
          </a:p>
          <a:p>
            <a:pPr lvl="0"/>
            <a:r>
              <a:rPr/>
              <a:t>加一句: 这是我们希望供应商理解和交付的内容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总结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我们要的，不是另一个 Dify，而是一套面向输电业务的智能体平台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内容</a:t>
            </a:r>
          </a:p>
          <a:p>
            <a:pPr lvl="0"/>
            <a:r>
              <a:rPr/>
              <a:t>我们认可主流平台的知识库与流程编排价值，但不希望平台停留在这一代形态</a:t>
            </a:r>
          </a:p>
          <a:p>
            <a:pPr lvl="0"/>
            <a:r>
              <a:rPr/>
              <a:t>我们希望平台以工作台为入口，以能力中心为核心，以工作流为补充，以服务化接入为基础</a:t>
            </a:r>
          </a:p>
          <a:p>
            <a:pPr lvl="0"/>
            <a:r>
              <a:rPr/>
              <a:t>平台的目标，不是展示 AI，而是把输电业务能力真正组织起来、调用起来、复用起来</a:t>
            </a:r>
          </a:p>
          <a:p>
            <a:pPr lvl="0"/>
            <a:r>
              <a:rPr/>
              <a:t>这个 demo 的意义，就是把这个目标讲清楚，帮助供应商与我们对齐建设方向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呈现形式</a:t>
            </a:r>
          </a:p>
          <a:p>
            <a:pPr lvl="0"/>
            <a:r>
              <a:rPr/>
              <a:t>收束页</a:t>
            </a:r>
          </a:p>
          <a:p>
            <a:pPr lvl="0"/>
            <a:r>
              <a:rPr/>
              <a:t>结论: 从“知识库 + 流程”走向“工作台 + 能力中心 + 服务化智能体平台”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知识库呢？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智能体平台的 4 层架构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内容</a:t>
            </a:r>
          </a:p>
          <a:p>
            <a:pPr lvl="0"/>
            <a:r>
              <a:rPr/>
              <a:t>留空给我截图即可</a:t>
            </a:r>
          </a:p>
          <a:p>
            <a:pPr lvl="0"/>
            <a:r>
              <a:rPr/>
              <a:t>主要想表达，我们把数据中心解耦出来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我们把数据中心解耦出来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知识库不从属于某一个智能体平台，而应成为企业级通用底座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内容</a:t>
            </a:r>
          </a:p>
          <a:p>
            <a:pPr lvl="0"/>
            <a:r>
              <a:rPr/>
              <a:t>当前市面上的智能体平台通常自带知识库，但大多默认采用“上传文件后直接建库”的模式；对广东院来说，这种模式不够，因为院内已经有成熟的网盘、文件服务器和既有资料体系，新知识库必须支持直接接入，而不是要求重复上传</a:t>
            </a:r>
          </a:p>
          <a:p>
            <a:pPr lvl="0"/>
            <a:r>
              <a:rPr/>
              <a:t>同时，广东院的知识文档类型多、格式杂、结构复杂，知识加工过程不能只靠默认参数，而需要支持预处理、切片、提取等环节的精细化策略定义</a:t>
            </a:r>
          </a:p>
          <a:p>
            <a:pPr lvl="0"/>
            <a:r>
              <a:rPr/>
              <a:t>更重要的是，这套知识库不应绑定某一个平台，不只是服务未来的数智输电智能体平台，也应能服务当前使用的 Dify、部分部门使用的 RAGFlow，以及未来其他平台</a:t>
            </a:r>
          </a:p>
          <a:p>
            <a:pPr lvl="0"/>
            <a:r>
              <a:rPr/>
              <a:t>因此，我们希望把数据中心从智能体平台里解耦出来，作为独立建设、统一供给、可跨平台复用的企业级能力底座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呈现形式</a:t>
            </a:r>
          </a:p>
          <a:p>
            <a:pPr lvl="0"/>
            <a:r>
              <a:rPr/>
              <a:t>总结成解耦的三个原因 + 配图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文档中心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先把分散资料接进来，形成统一可管理的文档入口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内容</a:t>
            </a:r>
          </a:p>
          <a:p>
            <a:pPr lvl="0"/>
            <a:r>
              <a:rPr/>
              <a:t>广东院的知识源头，不只是手工上传文件，还包括文件服务器、OSS 等既有资料来源</a:t>
            </a:r>
          </a:p>
          <a:p>
            <a:pPr lvl="0"/>
            <a:r>
              <a:rPr/>
              <a:t>文档中心首先解决的，是多源资料的统一接入、统一管理和统一同步</a:t>
            </a:r>
          </a:p>
          <a:p>
            <a:pPr lvl="0"/>
            <a:r>
              <a:rPr/>
              <a:t>它需要支持本地托管、对象存储、共享盘、文件服务器等多种接入方式，把已有资料体系纳入统一入口</a:t>
            </a:r>
          </a:p>
          <a:p>
            <a:pPr lvl="0"/>
            <a:r>
              <a:rPr/>
              <a:t>文档进入文档中心后，不等于立即建库，而是先形成可追踪、可维护、可选择范围的资料池</a:t>
            </a:r>
          </a:p>
          <a:p>
            <a:pPr lvl="0"/>
            <a:r>
              <a:rPr/>
              <a:t>这样，后续知识库构建时就不需要围绕某个平台重复导入，而是直接从统一文档底座中选取范围、建立知识库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呈现形式</a:t>
            </a:r>
          </a:p>
          <a:p>
            <a:pPr lvl="0"/>
            <a:r>
              <a:rPr/>
              <a:t>文档来源汇聚图</a:t>
            </a:r>
          </a:p>
          <a:p>
            <a:pPr lvl="0"/>
            <a:r>
              <a:rPr/>
              <a:t>左侧列出: 网盘 / 文件服务器 / 对象存储</a:t>
            </a:r>
          </a:p>
          <a:p>
            <a:pPr lvl="0"/>
            <a:r>
              <a:rPr/>
              <a:t>中间为“文档中心”</a:t>
            </a:r>
          </a:p>
          <a:p>
            <a:pPr lvl="0"/>
            <a:r>
              <a:rPr/>
              <a:t>右侧连接“策略中心”和“知识库”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策略中心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知识加工不能只靠默认参数，而要支持分阶段、精细化的处理策略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内容</a:t>
            </a:r>
          </a:p>
          <a:p>
            <a:pPr lvl="0"/>
            <a:r>
              <a:rPr/>
              <a:t>广东院资料类型复杂，不同文档往往需要不同的处理方式，因此知识库建设不能只是“上传文件 -&gt; 自动入库”</a:t>
            </a:r>
          </a:p>
          <a:p>
            <a:pPr lvl="0"/>
            <a:r>
              <a:rPr/>
              <a:t>策略中心应至少包含三个模块: 预处理策略、切片策略、提取策略</a:t>
            </a:r>
          </a:p>
          <a:p>
            <a:pPr lvl="0"/>
            <a:r>
              <a:rPr/>
              <a:t>预处理策略: 解决格式转换、结构清洗、页眉页脚清理、OCR 后整理、表头归一等问题</a:t>
            </a:r>
          </a:p>
          <a:p>
            <a:pPr lvl="0"/>
            <a:r>
              <a:rPr/>
              <a:t>切片策略: 决定知识如何切开进入知识库，例如按标题切、按页切、按固定长度切、按表格行切</a:t>
            </a:r>
          </a:p>
          <a:p>
            <a:pPr lvl="0"/>
            <a:r>
              <a:rPr/>
              <a:t>提取策略: 针对特定资料抽取字段、要点、实体关系等结构化信息</a:t>
            </a:r>
          </a:p>
          <a:p>
            <a:pPr lvl="0"/>
            <a:r>
              <a:rPr/>
              <a:t>同时，策略中心还应支持参数配置、测试验证、预设保存，以及多策略组合与编排</a:t>
            </a:r>
          </a:p>
          <a:p>
            <a:pPr lvl="0"/>
            <a:r>
              <a:rPr/>
              <a:t>这样一来，知识库构建过程就是可配置、可验证、可复用的，而不是一个黑盒流程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呈现形式</a:t>
            </a:r>
          </a:p>
          <a:p>
            <a:pPr lvl="0"/>
            <a:r>
              <a:rPr/>
              <a:t>一张“三阶段策略链路图”</a:t>
            </a:r>
          </a:p>
          <a:p>
            <a:pPr lvl="0"/>
            <a:r>
              <a:rPr/>
              <a:t>顺序可写: 原始文档 -&gt; 预处理策略 -&gt; 切片策略 -&gt; 提取策略 -&gt; 结果预览 / 保存预设</a:t>
            </a:r>
          </a:p>
          <a:p>
            <a:pPr lvl="0"/>
            <a:r>
              <a:rPr/>
              <a:t>中间高亮: 策略定义 / 参数配置 / 测试验证 / 策略编排</a:t>
            </a:r>
          </a:p>
          <a:p>
            <a:pPr lvl="0"/>
            <a:r>
              <a:rPr/>
              <a:t>页脚总结一句: 策略中心决定知识加工质量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知识库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把文档来源与处理策略绑定，形成可持续复用的企业知识资产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内容</a:t>
            </a:r>
          </a:p>
          <a:p>
            <a:pPr lvl="0"/>
            <a:r>
              <a:rPr/>
              <a:t>知识库建成后，不应只服务某一个智能体平台，而应作为企业统一知识资产，对多个平台共同供给</a:t>
            </a:r>
          </a:p>
          <a:p>
            <a:pPr lvl="0"/>
            <a:r>
              <a:rPr/>
              <a:t>这样可以避免在 Dify、RAGFlow、未来平台之间重复建库、重复同步、重复维护</a:t>
            </a:r>
          </a:p>
          <a:p>
            <a:pPr lvl="0"/>
            <a:r>
              <a:rPr/>
              <a:t>对广东院来说，真正有价值的不是“每个平台都有自己的知识库”，而是“广东院有自己统一建设的知识库体系”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呈现形式</a:t>
            </a:r>
          </a:p>
          <a:p>
            <a:pPr lvl="0"/>
            <a:r>
              <a:rPr/>
              <a:t>一张建库过程图，顺序可写: 选择文档范围 -&gt; 选择处理策略 -&gt; 加工建库 -&gt; 形成统一知识库</a:t>
            </a:r>
          </a:p>
          <a:p>
            <a:pPr lvl="0"/>
            <a:r>
              <a:rPr/>
              <a:t>右侧再补一组调用关系: Dify / RAGFlow / 数智输电智能体平台 / 未来平台，共同调用同一知识库</a:t>
            </a:r>
          </a:p>
          <a:p>
            <a:pPr lvl="0"/>
            <a:r>
              <a:rPr/>
              <a:t>旁边补一句: 一次建设，多平台复用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数据中心与智能体平台的关系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数据中心负责知识供给，智能体平台负责任务交互与能力调用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内容</a:t>
            </a:r>
          </a:p>
          <a:p>
            <a:pPr lvl="0"/>
            <a:r>
              <a:rPr/>
              <a:t>数据中心与智能体平台是协同关系，而不是包含关系</a:t>
            </a:r>
          </a:p>
          <a:p>
            <a:pPr lvl="0"/>
            <a:r>
              <a:rPr/>
              <a:t>数据中心负责文档接入、策略处理、知识库建设和检索供给，沉淀企业统一的数据与知识资产</a:t>
            </a:r>
          </a:p>
          <a:p>
            <a:pPr lvl="0"/>
            <a:r>
              <a:rPr/>
              <a:t>智能体平台负责工作台交互、能力编排、工具调用、任务执行和业务闭环</a:t>
            </a:r>
          </a:p>
          <a:p>
            <a:pPr lvl="0"/>
            <a:r>
              <a:rPr/>
              <a:t>平台侧可以按需调用数据中心提供的知识库和检索服务，但不需要各自重复建设底层知识链路</a:t>
            </a:r>
          </a:p>
          <a:p>
            <a:pPr lvl="0"/>
            <a:r>
              <a:rPr/>
              <a:t>这种分层方式，既有利于跨平台复用，也有利于后续替换智能体平台、升级模型能力和扩展知识处理方案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呈现形式</a:t>
            </a:r>
          </a:p>
          <a:p>
            <a:pPr lvl="0"/>
            <a:r>
              <a:rPr/>
              <a:t>一张上下分层图</a:t>
            </a:r>
          </a:p>
          <a:p>
            <a:pPr lvl="0"/>
            <a:r>
              <a:rPr/>
              <a:t>上层: 工作台 / 能力中心 / 工作流 / 智能体应用</a:t>
            </a:r>
          </a:p>
          <a:p>
            <a:pPr lvl="0"/>
            <a:r>
              <a:rPr/>
              <a:t>下层: 文档中心 / 策略中心 / 知识库 / 检索服务</a:t>
            </a:r>
          </a:p>
          <a:p>
            <a:pPr lvl="0"/>
            <a:r>
              <a:rPr/>
              <a:t>底部淡化补充: 存储 / Embedding / 向量库 / 文件源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数智输电智能体平台设想</dc:title>
  <dc:creator>面向数智输电的智能体平台原型说明</dc:creator>
  <cp:keywords/>
  <dcterms:created xsi:type="dcterms:W3CDTF">2026-04-14T01:33:48Z</dcterms:created>
  <dcterms:modified xsi:type="dcterms:W3CDTF">2026-04-14T01:33:48Z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广东省电力设计院（输电板块）</vt:lpwstr>
  </property>
</Properties>
</file>